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0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Resource Utilization &amp; Patient Outcomes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</a:t>
            </a:r>
          </a:p>
          <a:p>
            <a:r>
              <a:t>Using Power BI, Flask &amp; PostgreSQL</a:t>
            </a:r>
          </a:p>
          <a:p>
            <a:endParaRPr/>
          </a:p>
          <a:p>
            <a:r>
              <a:t>By: Lathesh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 lack a centralized system to monitor:</a:t>
            </a:r>
          </a:p>
          <a:p>
            <a:r>
              <a:t>- Bed utilization</a:t>
            </a:r>
          </a:p>
          <a:p>
            <a:r>
              <a:t>- Doctor workload</a:t>
            </a:r>
          </a:p>
          <a:p>
            <a:r>
              <a:t>- Patient outcomes</a:t>
            </a:r>
          </a:p>
          <a:p>
            <a:r>
              <a:t>- Operational bottlenecks</a:t>
            </a:r>
          </a:p>
          <a:p>
            <a:endParaRPr/>
          </a:p>
          <a:p>
            <a:r>
              <a:t>This leads to inefficiency, delays, and increased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 hospital resources in real time</a:t>
            </a:r>
          </a:p>
          <a:p>
            <a:r>
              <a:t>- Improve operational efficiency</a:t>
            </a:r>
          </a:p>
          <a:p>
            <a:r>
              <a:t>- Optimize staffing and bed usage</a:t>
            </a:r>
          </a:p>
          <a:p>
            <a:r>
              <a:t>- Analyze patient outcomes</a:t>
            </a:r>
          </a:p>
          <a:p>
            <a:r>
              <a:t>- Enable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Hospital Data (CSV)</a:t>
            </a:r>
          </a:p>
          <a:p>
            <a:r>
              <a:t>↓</a:t>
            </a:r>
          </a:p>
          <a:p>
            <a:r>
              <a:t>PostgreSQL Database</a:t>
            </a:r>
          </a:p>
          <a:p>
            <a:r>
              <a:t>↓</a:t>
            </a:r>
          </a:p>
          <a:p>
            <a:r>
              <a:t>Flask Backend (APIs &amp; KPIs)</a:t>
            </a:r>
          </a:p>
          <a:p>
            <a:r>
              <a:t>↓</a:t>
            </a:r>
          </a:p>
          <a:p>
            <a:r>
              <a:t>Power BI 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Database: PostgreSQL</a:t>
            </a:r>
          </a:p>
          <a:p>
            <a:r>
              <a:t>Backend: Flask (Python)</a:t>
            </a:r>
          </a:p>
          <a:p>
            <a:r>
              <a:t>Visualization: Power BI</a:t>
            </a:r>
          </a:p>
          <a:p>
            <a:r>
              <a:t>Data: Synthetic CSV</a:t>
            </a:r>
          </a:p>
          <a:p>
            <a:r>
              <a:t>Reporting: PDF / Excel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Tables:</a:t>
            </a:r>
          </a:p>
          <a:p>
            <a:r>
              <a:t>- Patients</a:t>
            </a:r>
          </a:p>
          <a:p>
            <a:r>
              <a:t>- Admissions</a:t>
            </a:r>
          </a:p>
          <a:p>
            <a:r>
              <a:t>- Departments</a:t>
            </a:r>
          </a:p>
          <a:p>
            <a:r>
              <a:t>- Doctors</a:t>
            </a:r>
          </a:p>
          <a:p>
            <a:r>
              <a:t>- Billing</a:t>
            </a:r>
          </a:p>
          <a:p>
            <a:r>
              <a:t>- Outcomes</a:t>
            </a:r>
          </a:p>
          <a:p>
            <a:endParaRPr/>
          </a:p>
          <a:p>
            <a:r>
              <a:t>Granularity: Daily / Hourly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KPIs:</a:t>
            </a:r>
          </a:p>
          <a:p>
            <a:r>
              <a:t>- Bed Occupancy Rate</a:t>
            </a:r>
          </a:p>
          <a:p>
            <a:r>
              <a:t>- Average Length of Stay (ALOS)</a:t>
            </a:r>
          </a:p>
          <a:p>
            <a:r>
              <a:t>- Doctor Utilization</a:t>
            </a:r>
          </a:p>
          <a:p>
            <a:r>
              <a:t>- Admissions vs Discharges</a:t>
            </a:r>
          </a:p>
          <a:p>
            <a:endParaRPr/>
          </a:p>
          <a:p>
            <a:r>
              <a:t>Patient KPIs:</a:t>
            </a:r>
          </a:p>
          <a:p>
            <a:r>
              <a:t>- Recovery &amp; Readmission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Executive Overview</a:t>
            </a:r>
          </a:p>
          <a:p>
            <a:r>
              <a:t>2. Department Performance</a:t>
            </a:r>
          </a:p>
          <a:p>
            <a:r>
              <a:t>3. Resource Utilization</a:t>
            </a:r>
          </a:p>
          <a:p>
            <a:r>
              <a:t>4. Patient Outcomes</a:t>
            </a:r>
          </a:p>
          <a:p>
            <a:r>
              <a:t>5. Financial Insights</a:t>
            </a:r>
          </a:p>
          <a:p>
            <a:r>
              <a:t>6. Predictive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ICU Bed Shortage → Occupancy &gt; 85%</a:t>
            </a:r>
          </a:p>
          <a:p>
            <a:r>
              <a:t>Doctor Burnout → Utilization &gt; 90%</a:t>
            </a:r>
          </a:p>
          <a:p>
            <a:r>
              <a:t>Discharge Delay → ALOS increases 20%</a:t>
            </a:r>
          </a:p>
          <a:p>
            <a:endParaRPr/>
          </a:p>
          <a:p>
            <a:r>
              <a:t>Rule-based for transparency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Reduced patient wait time</a:t>
            </a:r>
          </a:p>
          <a:p>
            <a:r>
              <a:t>- Optimized bed usage</a:t>
            </a:r>
          </a:p>
          <a:p>
            <a:r>
              <a:t>- Balanced doctor workload</a:t>
            </a:r>
          </a:p>
          <a:p>
            <a:r>
              <a:t>- Improved patient outcomes</a:t>
            </a:r>
          </a:p>
          <a:p>
            <a:r>
              <a:t>- Better cost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ML-based demand forecasting</a:t>
            </a:r>
          </a:p>
          <a:p>
            <a:r>
              <a:t>- Real-time IoT integration</a:t>
            </a:r>
          </a:p>
          <a:p>
            <a:r>
              <a:t>- Role-based access</a:t>
            </a:r>
          </a:p>
          <a:p>
            <a:r>
              <a:t>- Mobile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transforms hospital data into actionable insights,</a:t>
            </a:r>
          </a:p>
          <a:p>
            <a:r>
              <a:t>helping administrators improve efficiency, reduce costs,</a:t>
            </a:r>
          </a:p>
          <a:p>
            <a:r>
              <a:t>and deliver better patient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299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Hospital Resource Utilization &amp; Patient Outcomes Dashboard</vt:lpstr>
      <vt:lpstr>Problem Statement</vt:lpstr>
      <vt:lpstr>Project Objectives</vt:lpstr>
      <vt:lpstr>System Architecture</vt:lpstr>
      <vt:lpstr>Technology Stack</vt:lpstr>
      <vt:lpstr>Data Design</vt:lpstr>
      <vt:lpstr>Key Performance Indicators</vt:lpstr>
      <vt:lpstr>Dashboard Pages</vt:lpstr>
      <vt:lpstr>Predictive Alerts</vt:lpstr>
      <vt:lpstr>Business Impact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Resource Utilization &amp; Patient Outcomes Dashboard</dc:title>
  <dc:subject/>
  <dc:creator/>
  <cp:keywords/>
  <dc:description>generated using python-pptx</dc:description>
  <cp:lastModifiedBy>ADMIN</cp:lastModifiedBy>
  <cp:revision>1</cp:revision>
  <dcterms:created xsi:type="dcterms:W3CDTF">2013-01-27T09:14:16Z</dcterms:created>
  <dcterms:modified xsi:type="dcterms:W3CDTF">2026-01-30T05:28:28Z</dcterms:modified>
  <cp:category/>
</cp:coreProperties>
</file>